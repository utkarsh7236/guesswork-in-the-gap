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7FF"/>
    <a:srgbClr val="D99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8"/>
    <p:restoredTop sz="94643"/>
  </p:normalViewPr>
  <p:slideViewPr>
    <p:cSldViewPr snapToGrid="0">
      <p:cViewPr>
        <p:scale>
          <a:sx n="79" d="100"/>
          <a:sy n="79" d="100"/>
        </p:scale>
        <p:origin x="152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16D7-E93B-5DD2-1EBB-990210C0B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37A64-6BAA-1EBC-0292-F1EB2E897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BBAFE-55C1-D3F6-C95F-76F550BB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82CF-F910-D9EA-9249-3F24CCF7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09E03-88CC-D538-F8D7-B025827B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8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2FA9-1C76-49F9-3E0C-14509B29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61608-51E9-4649-5BA9-570FD62F9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424E5-D7E8-5AA2-7A3A-33A415E5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B675D-2EED-EB64-2C6C-D9DFED51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F8881-58B4-D3FF-5759-3C1D984F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9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2E49-703C-4007-AF3A-D7A109CD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9C374-5393-38F6-30D5-A3D8FE351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C71BF-CE64-7117-A5F5-7C2722F9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14F4D-5130-A629-4215-49ED2A62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399E3-6F42-7FB1-5313-EB35E70F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3E59-62B0-36C7-81B6-2B1A6388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DE46-7328-A0C6-5F34-109FB51C8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90BC9-A6AB-C8CE-0862-0F509D520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97EC4-21BA-9025-6600-B6E5996A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C2457-23B1-68C0-637C-C70EAA42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C7B49-D2F4-9B14-9537-2414EA8B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6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1FBC-AF1F-A87E-8A88-FFCE5917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F792-3D22-2CBB-1896-F7E6B96AE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8067F-25CD-5231-1256-664CA0616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CE077-FDE4-8E56-0CD0-96333D6B6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0C727-ACFD-230D-E84C-07F8CBAB0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A97B07-A5C7-CBBE-034D-C90C68BB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8D605-0A7B-A985-0797-655F5D1B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6224BF-0472-5D7C-DC44-0B0A278C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2160-CCC1-BEE8-1847-950F2A7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67A53-C546-D18F-D93E-D1DAAAF7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345A2-82C6-4B2D-0345-937E03AC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CD0AF-05F9-9D1A-8033-A1E1235A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7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9B4B0-1597-47A7-9AE0-B09E472E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F3EE0-3FFF-D523-9333-F9DD6FA5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C8613-09B4-9836-C287-9CFBC491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7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9E4E-E3D0-AB6E-01F4-1F9FBF3F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03C65-88CA-3C4F-FB9B-A3B2C07FE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4F374-83D8-E4F7-C325-A0F337D91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779CB-9ECF-8302-0830-7C188300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95A55-EFC1-7403-8C5D-E7997EEC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04C27-284A-4D45-8C8E-8A85D50C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8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7B1C-9C88-51CE-BC41-B0FA5854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1BBC9-FB4C-1FC9-47A7-8F3BC6FAA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EC8DD-286D-213E-E7CC-50C1A2899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68ECB-C3ED-794E-A9D3-91B1B234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CC09F-BAD7-883D-1D56-09934225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C8F4E-0F29-03D4-AE02-F3CAC100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9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A808-ED2B-5CB6-0A5B-08A8D182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22DD1-4B7E-D2CD-03B5-DA8B7FFB6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83A73-90F1-718F-B8CD-AA902269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2202-0324-F7DA-6587-032F0719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75EEA-45B6-B21B-C485-2229FFE4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6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0F80B6-81A8-F18C-5B79-3BA62C185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3D9BD-A84B-4C76-9EAD-9BEFB8FB6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CB55-682F-4266-9200-B53E33E4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AC2D7-D693-5166-1C43-AB4C4ED8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4B4A8-20EB-1539-16D9-BC30FFC8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F69D5-7CC0-0B55-138B-B6D2357B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F1C22-9927-2B86-6B73-F743CF6F5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B470B-3EE5-BE93-D682-5DBBD19B6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3062A-5216-8A4B-A295-9A372B8D594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DA8A-9163-07BE-4ABB-857CF187E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EC68-FB1A-3DEB-A40A-2F5DB80CD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34539-407E-CA49-827D-80D9CAC5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75D8414-3740-79AE-C8F1-D8D0B3ACBA2D}"/>
              </a:ext>
            </a:extLst>
          </p:cNvPr>
          <p:cNvSpPr/>
          <p:nvPr/>
        </p:nvSpPr>
        <p:spPr>
          <a:xfrm>
            <a:off x="4468581" y="3120478"/>
            <a:ext cx="691376" cy="691376"/>
          </a:xfrm>
          <a:custGeom>
            <a:avLst/>
            <a:gdLst>
              <a:gd name="connsiteX0" fmla="*/ 0 w 691376"/>
              <a:gd name="connsiteY0" fmla="*/ 345688 h 691376"/>
              <a:gd name="connsiteX1" fmla="*/ 345688 w 691376"/>
              <a:gd name="connsiteY1" fmla="*/ 0 h 691376"/>
              <a:gd name="connsiteX2" fmla="*/ 691376 w 691376"/>
              <a:gd name="connsiteY2" fmla="*/ 345688 h 691376"/>
              <a:gd name="connsiteX3" fmla="*/ 345688 w 691376"/>
              <a:gd name="connsiteY3" fmla="*/ 691376 h 691376"/>
              <a:gd name="connsiteX4" fmla="*/ 0 w 691376"/>
              <a:gd name="connsiteY4" fmla="*/ 345688 h 69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376" h="691376" fill="none" extrusionOk="0">
                <a:moveTo>
                  <a:pt x="0" y="345688"/>
                </a:moveTo>
                <a:cubicBezTo>
                  <a:pt x="20794" y="157237"/>
                  <a:pt x="165139" y="-21339"/>
                  <a:pt x="345688" y="0"/>
                </a:cubicBezTo>
                <a:cubicBezTo>
                  <a:pt x="509587" y="-4138"/>
                  <a:pt x="681377" y="164184"/>
                  <a:pt x="691376" y="345688"/>
                </a:cubicBezTo>
                <a:cubicBezTo>
                  <a:pt x="690349" y="526816"/>
                  <a:pt x="521381" y="712534"/>
                  <a:pt x="345688" y="691376"/>
                </a:cubicBezTo>
                <a:cubicBezTo>
                  <a:pt x="181596" y="706394"/>
                  <a:pt x="10159" y="539049"/>
                  <a:pt x="0" y="345688"/>
                </a:cubicBezTo>
                <a:close/>
              </a:path>
              <a:path w="691376" h="691376" stroke="0" extrusionOk="0">
                <a:moveTo>
                  <a:pt x="0" y="345688"/>
                </a:moveTo>
                <a:cubicBezTo>
                  <a:pt x="-15006" y="145514"/>
                  <a:pt x="133802" y="7869"/>
                  <a:pt x="345688" y="0"/>
                </a:cubicBezTo>
                <a:cubicBezTo>
                  <a:pt x="558974" y="4709"/>
                  <a:pt x="666451" y="155563"/>
                  <a:pt x="691376" y="345688"/>
                </a:cubicBezTo>
                <a:cubicBezTo>
                  <a:pt x="670039" y="557443"/>
                  <a:pt x="534890" y="700860"/>
                  <a:pt x="345688" y="691376"/>
                </a:cubicBezTo>
                <a:cubicBezTo>
                  <a:pt x="140629" y="683639"/>
                  <a:pt x="11819" y="542253"/>
                  <a:pt x="0" y="345688"/>
                </a:cubicBezTo>
                <a:close/>
              </a:path>
            </a:pathLst>
          </a:custGeom>
          <a:solidFill>
            <a:schemeClr val="tx1"/>
          </a:solidFill>
          <a:ln w="101600">
            <a:solidFill>
              <a:srgbClr val="D9909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B8F2EF-6DBF-7EFB-8880-C2694F1829AA}"/>
              </a:ext>
            </a:extLst>
          </p:cNvPr>
          <p:cNvSpPr/>
          <p:nvPr/>
        </p:nvSpPr>
        <p:spPr>
          <a:xfrm>
            <a:off x="6096000" y="2406804"/>
            <a:ext cx="2044391" cy="2044391"/>
          </a:xfrm>
          <a:custGeom>
            <a:avLst/>
            <a:gdLst>
              <a:gd name="connsiteX0" fmla="*/ 0 w 2044391"/>
              <a:gd name="connsiteY0" fmla="*/ 1022196 h 2044391"/>
              <a:gd name="connsiteX1" fmla="*/ 1022196 w 2044391"/>
              <a:gd name="connsiteY1" fmla="*/ 0 h 2044391"/>
              <a:gd name="connsiteX2" fmla="*/ 2044392 w 2044391"/>
              <a:gd name="connsiteY2" fmla="*/ 1022196 h 2044391"/>
              <a:gd name="connsiteX3" fmla="*/ 1022196 w 2044391"/>
              <a:gd name="connsiteY3" fmla="*/ 2044392 h 2044391"/>
              <a:gd name="connsiteX4" fmla="*/ 0 w 2044391"/>
              <a:gd name="connsiteY4" fmla="*/ 1022196 h 204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391" h="2044391" fill="none" extrusionOk="0">
                <a:moveTo>
                  <a:pt x="0" y="1022196"/>
                </a:moveTo>
                <a:cubicBezTo>
                  <a:pt x="51809" y="408411"/>
                  <a:pt x="506200" y="3204"/>
                  <a:pt x="1022196" y="0"/>
                </a:cubicBezTo>
                <a:cubicBezTo>
                  <a:pt x="1644048" y="97958"/>
                  <a:pt x="1969021" y="456034"/>
                  <a:pt x="2044392" y="1022196"/>
                </a:cubicBezTo>
                <a:cubicBezTo>
                  <a:pt x="2139864" y="1600584"/>
                  <a:pt x="1468382" y="1990377"/>
                  <a:pt x="1022196" y="2044392"/>
                </a:cubicBezTo>
                <a:cubicBezTo>
                  <a:pt x="365410" y="2071918"/>
                  <a:pt x="80412" y="1477733"/>
                  <a:pt x="0" y="1022196"/>
                </a:cubicBezTo>
                <a:close/>
              </a:path>
              <a:path w="2044391" h="2044391" stroke="0" extrusionOk="0">
                <a:moveTo>
                  <a:pt x="0" y="1022196"/>
                </a:moveTo>
                <a:cubicBezTo>
                  <a:pt x="-30243" y="510712"/>
                  <a:pt x="396250" y="-25356"/>
                  <a:pt x="1022196" y="0"/>
                </a:cubicBezTo>
                <a:cubicBezTo>
                  <a:pt x="1627219" y="-5976"/>
                  <a:pt x="1986049" y="563914"/>
                  <a:pt x="2044392" y="1022196"/>
                </a:cubicBezTo>
                <a:cubicBezTo>
                  <a:pt x="1950804" y="1618019"/>
                  <a:pt x="1541153" y="2098298"/>
                  <a:pt x="1022196" y="2044392"/>
                </a:cubicBezTo>
                <a:cubicBezTo>
                  <a:pt x="565287" y="1974737"/>
                  <a:pt x="-104869" y="1610795"/>
                  <a:pt x="0" y="1022196"/>
                </a:cubicBezTo>
                <a:close/>
              </a:path>
            </a:pathLst>
          </a:custGeom>
          <a:solidFill>
            <a:schemeClr val="tx1"/>
          </a:solidFill>
          <a:ln w="177800" cmpd="sng">
            <a:solidFill>
              <a:srgbClr val="D99090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ent Arrow 13">
            <a:extLst>
              <a:ext uri="{FF2B5EF4-FFF2-40B4-BE49-F238E27FC236}">
                <a16:creationId xmlns:a16="http://schemas.microsoft.com/office/drawing/2014/main" id="{DBB5136E-65F0-0360-7749-57F7577BCEA2}"/>
              </a:ext>
            </a:extLst>
          </p:cNvPr>
          <p:cNvSpPr/>
          <p:nvPr/>
        </p:nvSpPr>
        <p:spPr>
          <a:xfrm rot="2712940">
            <a:off x="5243517" y="2460544"/>
            <a:ext cx="686335" cy="639638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9786"/>
            </a:avLst>
          </a:prstGeom>
          <a:solidFill>
            <a:srgbClr val="D99090"/>
          </a:solidFill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978248048">
                  <a:custGeom>
                    <a:avLst/>
                    <a:gdLst>
                      <a:gd name="connsiteX0" fmla="*/ 0 w 1328149"/>
                      <a:gd name="connsiteY0" fmla="*/ 1237785 h 1237785"/>
                      <a:gd name="connsiteX1" fmla="*/ 0 w 1328149"/>
                      <a:gd name="connsiteY1" fmla="*/ 1142302 h 1237785"/>
                      <a:gd name="connsiteX2" fmla="*/ 987579 w 1328149"/>
                      <a:gd name="connsiteY2" fmla="*/ 154723 h 1237785"/>
                      <a:gd name="connsiteX3" fmla="*/ 1018703 w 1328149"/>
                      <a:gd name="connsiteY3" fmla="*/ 154723 h 1237785"/>
                      <a:gd name="connsiteX4" fmla="*/ 1018703 w 1328149"/>
                      <a:gd name="connsiteY4" fmla="*/ 0 h 1237785"/>
                      <a:gd name="connsiteX5" fmla="*/ 1328149 w 1328149"/>
                      <a:gd name="connsiteY5" fmla="*/ 309446 h 1237785"/>
                      <a:gd name="connsiteX6" fmla="*/ 1018703 w 1328149"/>
                      <a:gd name="connsiteY6" fmla="*/ 618893 h 1237785"/>
                      <a:gd name="connsiteX7" fmla="*/ 1018703 w 1328149"/>
                      <a:gd name="connsiteY7" fmla="*/ 464169 h 1237785"/>
                      <a:gd name="connsiteX8" fmla="*/ 987579 w 1328149"/>
                      <a:gd name="connsiteY8" fmla="*/ 464169 h 1237785"/>
                      <a:gd name="connsiteX9" fmla="*/ 309446 w 1328149"/>
                      <a:gd name="connsiteY9" fmla="*/ 1142302 h 1237785"/>
                      <a:gd name="connsiteX10" fmla="*/ 309446 w 1328149"/>
                      <a:gd name="connsiteY10" fmla="*/ 1237785 h 1237785"/>
                      <a:gd name="connsiteX11" fmla="*/ 0 w 1328149"/>
                      <a:gd name="connsiteY11" fmla="*/ 1237785 h 12377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328149" h="1237785" fill="none" extrusionOk="0">
                        <a:moveTo>
                          <a:pt x="0" y="1237785"/>
                        </a:moveTo>
                        <a:cubicBezTo>
                          <a:pt x="789" y="1197935"/>
                          <a:pt x="-4056" y="1170425"/>
                          <a:pt x="0" y="1142302"/>
                        </a:cubicBezTo>
                        <a:cubicBezTo>
                          <a:pt x="-75520" y="576918"/>
                          <a:pt x="374882" y="114675"/>
                          <a:pt x="987579" y="154723"/>
                        </a:cubicBezTo>
                        <a:cubicBezTo>
                          <a:pt x="992651" y="157215"/>
                          <a:pt x="1005287" y="154795"/>
                          <a:pt x="1018703" y="154723"/>
                        </a:cubicBezTo>
                        <a:cubicBezTo>
                          <a:pt x="1014685" y="92026"/>
                          <a:pt x="1029335" y="21063"/>
                          <a:pt x="1018703" y="0"/>
                        </a:cubicBezTo>
                        <a:cubicBezTo>
                          <a:pt x="1044017" y="79182"/>
                          <a:pt x="1192838" y="160326"/>
                          <a:pt x="1328149" y="309446"/>
                        </a:cubicBezTo>
                        <a:cubicBezTo>
                          <a:pt x="1241054" y="417803"/>
                          <a:pt x="1170863" y="509362"/>
                          <a:pt x="1018703" y="618893"/>
                        </a:cubicBezTo>
                        <a:cubicBezTo>
                          <a:pt x="1030727" y="597414"/>
                          <a:pt x="1028572" y="481861"/>
                          <a:pt x="1018703" y="464169"/>
                        </a:cubicBezTo>
                        <a:cubicBezTo>
                          <a:pt x="1009024" y="465054"/>
                          <a:pt x="993617" y="462324"/>
                          <a:pt x="987579" y="464169"/>
                        </a:cubicBezTo>
                        <a:cubicBezTo>
                          <a:pt x="670357" y="489823"/>
                          <a:pt x="338663" y="787599"/>
                          <a:pt x="309446" y="1142302"/>
                        </a:cubicBezTo>
                        <a:cubicBezTo>
                          <a:pt x="306209" y="1177693"/>
                          <a:pt x="311076" y="1198401"/>
                          <a:pt x="309446" y="1237785"/>
                        </a:cubicBezTo>
                        <a:cubicBezTo>
                          <a:pt x="203446" y="1225490"/>
                          <a:pt x="46213" y="1249977"/>
                          <a:pt x="0" y="1237785"/>
                        </a:cubicBezTo>
                        <a:close/>
                      </a:path>
                      <a:path w="1328149" h="1237785" stroke="0" extrusionOk="0">
                        <a:moveTo>
                          <a:pt x="0" y="1237785"/>
                        </a:moveTo>
                        <a:cubicBezTo>
                          <a:pt x="4130" y="1223343"/>
                          <a:pt x="2215" y="1165718"/>
                          <a:pt x="0" y="1142302"/>
                        </a:cubicBezTo>
                        <a:cubicBezTo>
                          <a:pt x="45248" y="692799"/>
                          <a:pt x="416593" y="166641"/>
                          <a:pt x="987579" y="154723"/>
                        </a:cubicBezTo>
                        <a:cubicBezTo>
                          <a:pt x="990995" y="154510"/>
                          <a:pt x="1011116" y="156736"/>
                          <a:pt x="1018703" y="154723"/>
                        </a:cubicBezTo>
                        <a:cubicBezTo>
                          <a:pt x="1005171" y="99234"/>
                          <a:pt x="1016621" y="43188"/>
                          <a:pt x="1018703" y="0"/>
                        </a:cubicBezTo>
                        <a:cubicBezTo>
                          <a:pt x="1075506" y="85230"/>
                          <a:pt x="1159555" y="195510"/>
                          <a:pt x="1328149" y="309446"/>
                        </a:cubicBezTo>
                        <a:cubicBezTo>
                          <a:pt x="1253605" y="428514"/>
                          <a:pt x="1173760" y="493017"/>
                          <a:pt x="1018703" y="618893"/>
                        </a:cubicBezTo>
                        <a:cubicBezTo>
                          <a:pt x="1013363" y="577167"/>
                          <a:pt x="1032039" y="498350"/>
                          <a:pt x="1018703" y="464169"/>
                        </a:cubicBezTo>
                        <a:cubicBezTo>
                          <a:pt x="1010063" y="466968"/>
                          <a:pt x="995466" y="462653"/>
                          <a:pt x="987579" y="464169"/>
                        </a:cubicBezTo>
                        <a:cubicBezTo>
                          <a:pt x="569961" y="430528"/>
                          <a:pt x="325037" y="738081"/>
                          <a:pt x="309446" y="1142302"/>
                        </a:cubicBezTo>
                        <a:cubicBezTo>
                          <a:pt x="302721" y="1171934"/>
                          <a:pt x="306372" y="1224668"/>
                          <a:pt x="309446" y="1237785"/>
                        </a:cubicBezTo>
                        <a:cubicBezTo>
                          <a:pt x="183549" y="1261240"/>
                          <a:pt x="84956" y="1216447"/>
                          <a:pt x="0" y="12377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D98148F9-306D-9F74-6B53-E1236C3076E6}"/>
              </a:ext>
            </a:extLst>
          </p:cNvPr>
          <p:cNvSpPr/>
          <p:nvPr/>
        </p:nvSpPr>
        <p:spPr>
          <a:xfrm rot="13146564">
            <a:off x="5160211" y="3827922"/>
            <a:ext cx="686335" cy="639638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9786"/>
            </a:avLst>
          </a:prstGeom>
          <a:solidFill>
            <a:srgbClr val="D99090"/>
          </a:solidFill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978248048">
                  <a:custGeom>
                    <a:avLst/>
                    <a:gdLst>
                      <a:gd name="connsiteX0" fmla="*/ 0 w 1328149"/>
                      <a:gd name="connsiteY0" fmla="*/ 1237785 h 1237785"/>
                      <a:gd name="connsiteX1" fmla="*/ 0 w 1328149"/>
                      <a:gd name="connsiteY1" fmla="*/ 1142302 h 1237785"/>
                      <a:gd name="connsiteX2" fmla="*/ 987579 w 1328149"/>
                      <a:gd name="connsiteY2" fmla="*/ 154723 h 1237785"/>
                      <a:gd name="connsiteX3" fmla="*/ 1018703 w 1328149"/>
                      <a:gd name="connsiteY3" fmla="*/ 154723 h 1237785"/>
                      <a:gd name="connsiteX4" fmla="*/ 1018703 w 1328149"/>
                      <a:gd name="connsiteY4" fmla="*/ 0 h 1237785"/>
                      <a:gd name="connsiteX5" fmla="*/ 1328149 w 1328149"/>
                      <a:gd name="connsiteY5" fmla="*/ 309446 h 1237785"/>
                      <a:gd name="connsiteX6" fmla="*/ 1018703 w 1328149"/>
                      <a:gd name="connsiteY6" fmla="*/ 618893 h 1237785"/>
                      <a:gd name="connsiteX7" fmla="*/ 1018703 w 1328149"/>
                      <a:gd name="connsiteY7" fmla="*/ 464169 h 1237785"/>
                      <a:gd name="connsiteX8" fmla="*/ 987579 w 1328149"/>
                      <a:gd name="connsiteY8" fmla="*/ 464169 h 1237785"/>
                      <a:gd name="connsiteX9" fmla="*/ 309446 w 1328149"/>
                      <a:gd name="connsiteY9" fmla="*/ 1142302 h 1237785"/>
                      <a:gd name="connsiteX10" fmla="*/ 309446 w 1328149"/>
                      <a:gd name="connsiteY10" fmla="*/ 1237785 h 1237785"/>
                      <a:gd name="connsiteX11" fmla="*/ 0 w 1328149"/>
                      <a:gd name="connsiteY11" fmla="*/ 1237785 h 12377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328149" h="1237785" fill="none" extrusionOk="0">
                        <a:moveTo>
                          <a:pt x="0" y="1237785"/>
                        </a:moveTo>
                        <a:cubicBezTo>
                          <a:pt x="789" y="1197935"/>
                          <a:pt x="-4056" y="1170425"/>
                          <a:pt x="0" y="1142302"/>
                        </a:cubicBezTo>
                        <a:cubicBezTo>
                          <a:pt x="-75520" y="576918"/>
                          <a:pt x="374882" y="114675"/>
                          <a:pt x="987579" y="154723"/>
                        </a:cubicBezTo>
                        <a:cubicBezTo>
                          <a:pt x="992651" y="157215"/>
                          <a:pt x="1005287" y="154795"/>
                          <a:pt x="1018703" y="154723"/>
                        </a:cubicBezTo>
                        <a:cubicBezTo>
                          <a:pt x="1014685" y="92026"/>
                          <a:pt x="1029335" y="21063"/>
                          <a:pt x="1018703" y="0"/>
                        </a:cubicBezTo>
                        <a:cubicBezTo>
                          <a:pt x="1044017" y="79182"/>
                          <a:pt x="1192838" y="160326"/>
                          <a:pt x="1328149" y="309446"/>
                        </a:cubicBezTo>
                        <a:cubicBezTo>
                          <a:pt x="1241054" y="417803"/>
                          <a:pt x="1170863" y="509362"/>
                          <a:pt x="1018703" y="618893"/>
                        </a:cubicBezTo>
                        <a:cubicBezTo>
                          <a:pt x="1030727" y="597414"/>
                          <a:pt x="1028572" y="481861"/>
                          <a:pt x="1018703" y="464169"/>
                        </a:cubicBezTo>
                        <a:cubicBezTo>
                          <a:pt x="1009024" y="465054"/>
                          <a:pt x="993617" y="462324"/>
                          <a:pt x="987579" y="464169"/>
                        </a:cubicBezTo>
                        <a:cubicBezTo>
                          <a:pt x="670357" y="489823"/>
                          <a:pt x="338663" y="787599"/>
                          <a:pt x="309446" y="1142302"/>
                        </a:cubicBezTo>
                        <a:cubicBezTo>
                          <a:pt x="306209" y="1177693"/>
                          <a:pt x="311076" y="1198401"/>
                          <a:pt x="309446" y="1237785"/>
                        </a:cubicBezTo>
                        <a:cubicBezTo>
                          <a:pt x="203446" y="1225490"/>
                          <a:pt x="46213" y="1249977"/>
                          <a:pt x="0" y="1237785"/>
                        </a:cubicBezTo>
                        <a:close/>
                      </a:path>
                      <a:path w="1328149" h="1237785" stroke="0" extrusionOk="0">
                        <a:moveTo>
                          <a:pt x="0" y="1237785"/>
                        </a:moveTo>
                        <a:cubicBezTo>
                          <a:pt x="4130" y="1223343"/>
                          <a:pt x="2215" y="1165718"/>
                          <a:pt x="0" y="1142302"/>
                        </a:cubicBezTo>
                        <a:cubicBezTo>
                          <a:pt x="45248" y="692799"/>
                          <a:pt x="416593" y="166641"/>
                          <a:pt x="987579" y="154723"/>
                        </a:cubicBezTo>
                        <a:cubicBezTo>
                          <a:pt x="990995" y="154510"/>
                          <a:pt x="1011116" y="156736"/>
                          <a:pt x="1018703" y="154723"/>
                        </a:cubicBezTo>
                        <a:cubicBezTo>
                          <a:pt x="1005171" y="99234"/>
                          <a:pt x="1016621" y="43188"/>
                          <a:pt x="1018703" y="0"/>
                        </a:cubicBezTo>
                        <a:cubicBezTo>
                          <a:pt x="1075506" y="85230"/>
                          <a:pt x="1159555" y="195510"/>
                          <a:pt x="1328149" y="309446"/>
                        </a:cubicBezTo>
                        <a:cubicBezTo>
                          <a:pt x="1253605" y="428514"/>
                          <a:pt x="1173760" y="493017"/>
                          <a:pt x="1018703" y="618893"/>
                        </a:cubicBezTo>
                        <a:cubicBezTo>
                          <a:pt x="1013363" y="577167"/>
                          <a:pt x="1032039" y="498350"/>
                          <a:pt x="1018703" y="464169"/>
                        </a:cubicBezTo>
                        <a:cubicBezTo>
                          <a:pt x="1010063" y="466968"/>
                          <a:pt x="995466" y="462653"/>
                          <a:pt x="987579" y="464169"/>
                        </a:cubicBezTo>
                        <a:cubicBezTo>
                          <a:pt x="569961" y="430528"/>
                          <a:pt x="325037" y="738081"/>
                          <a:pt x="309446" y="1142302"/>
                        </a:cubicBezTo>
                        <a:cubicBezTo>
                          <a:pt x="302721" y="1171934"/>
                          <a:pt x="306372" y="1224668"/>
                          <a:pt x="309446" y="1237785"/>
                        </a:cubicBezTo>
                        <a:cubicBezTo>
                          <a:pt x="183549" y="1261240"/>
                          <a:pt x="84956" y="1216447"/>
                          <a:pt x="0" y="12377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1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1086-8DB5-8B59-EE20-4C5F064B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B99D360C-8B8C-D904-BD9F-52971ECB1992}"/>
              </a:ext>
            </a:extLst>
          </p:cNvPr>
          <p:cNvSpPr/>
          <p:nvPr/>
        </p:nvSpPr>
        <p:spPr>
          <a:xfrm>
            <a:off x="4535587" y="2892397"/>
            <a:ext cx="1073207" cy="1073207"/>
          </a:xfrm>
          <a:custGeom>
            <a:avLst/>
            <a:gdLst>
              <a:gd name="connsiteX0" fmla="*/ 0 w 1073207"/>
              <a:gd name="connsiteY0" fmla="*/ 536604 h 1073207"/>
              <a:gd name="connsiteX1" fmla="*/ 536604 w 1073207"/>
              <a:gd name="connsiteY1" fmla="*/ 0 h 1073207"/>
              <a:gd name="connsiteX2" fmla="*/ 1073208 w 1073207"/>
              <a:gd name="connsiteY2" fmla="*/ 536604 h 1073207"/>
              <a:gd name="connsiteX3" fmla="*/ 536604 w 1073207"/>
              <a:gd name="connsiteY3" fmla="*/ 1073208 h 1073207"/>
              <a:gd name="connsiteX4" fmla="*/ 0 w 1073207"/>
              <a:gd name="connsiteY4" fmla="*/ 536604 h 1073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207" h="1073207" fill="none" extrusionOk="0">
                <a:moveTo>
                  <a:pt x="0" y="536604"/>
                </a:moveTo>
                <a:cubicBezTo>
                  <a:pt x="21536" y="242801"/>
                  <a:pt x="247797" y="-15540"/>
                  <a:pt x="536604" y="0"/>
                </a:cubicBezTo>
                <a:cubicBezTo>
                  <a:pt x="820172" y="-1959"/>
                  <a:pt x="1043873" y="267864"/>
                  <a:pt x="1073208" y="536604"/>
                </a:cubicBezTo>
                <a:cubicBezTo>
                  <a:pt x="1069237" y="795093"/>
                  <a:pt x="822405" y="1087879"/>
                  <a:pt x="536604" y="1073208"/>
                </a:cubicBezTo>
                <a:cubicBezTo>
                  <a:pt x="291333" y="1101809"/>
                  <a:pt x="52266" y="845529"/>
                  <a:pt x="0" y="536604"/>
                </a:cubicBezTo>
                <a:close/>
              </a:path>
              <a:path w="1073207" h="1073207" stroke="0" extrusionOk="0">
                <a:moveTo>
                  <a:pt x="0" y="536604"/>
                </a:moveTo>
                <a:cubicBezTo>
                  <a:pt x="-14774" y="231133"/>
                  <a:pt x="191379" y="18340"/>
                  <a:pt x="536604" y="0"/>
                </a:cubicBezTo>
                <a:cubicBezTo>
                  <a:pt x="851598" y="3923"/>
                  <a:pt x="1048623" y="241028"/>
                  <a:pt x="1073208" y="536604"/>
                </a:cubicBezTo>
                <a:cubicBezTo>
                  <a:pt x="1050377" y="855258"/>
                  <a:pt x="831879" y="1079193"/>
                  <a:pt x="536604" y="1073208"/>
                </a:cubicBezTo>
                <a:cubicBezTo>
                  <a:pt x="199805" y="1051082"/>
                  <a:pt x="5070" y="835384"/>
                  <a:pt x="0" y="536604"/>
                </a:cubicBezTo>
                <a:close/>
              </a:path>
            </a:pathLst>
          </a:custGeom>
          <a:solidFill>
            <a:schemeClr val="tx1"/>
          </a:solidFill>
          <a:ln w="127000">
            <a:solidFill>
              <a:srgbClr val="8EC7F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78C5D0-CEC9-55E8-20F7-1F4C977F9592}"/>
              </a:ext>
            </a:extLst>
          </p:cNvPr>
          <p:cNvSpPr/>
          <p:nvPr/>
        </p:nvSpPr>
        <p:spPr>
          <a:xfrm>
            <a:off x="6599411" y="2790848"/>
            <a:ext cx="1276304" cy="1276304"/>
          </a:xfrm>
          <a:custGeom>
            <a:avLst/>
            <a:gdLst>
              <a:gd name="connsiteX0" fmla="*/ 0 w 1276304"/>
              <a:gd name="connsiteY0" fmla="*/ 638152 h 1276304"/>
              <a:gd name="connsiteX1" fmla="*/ 638152 w 1276304"/>
              <a:gd name="connsiteY1" fmla="*/ 0 h 1276304"/>
              <a:gd name="connsiteX2" fmla="*/ 1276304 w 1276304"/>
              <a:gd name="connsiteY2" fmla="*/ 638152 h 1276304"/>
              <a:gd name="connsiteX3" fmla="*/ 638152 w 1276304"/>
              <a:gd name="connsiteY3" fmla="*/ 1276304 h 1276304"/>
              <a:gd name="connsiteX4" fmla="*/ 0 w 1276304"/>
              <a:gd name="connsiteY4" fmla="*/ 638152 h 127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6304" h="1276304" fill="none" extrusionOk="0">
                <a:moveTo>
                  <a:pt x="0" y="638152"/>
                </a:moveTo>
                <a:cubicBezTo>
                  <a:pt x="42823" y="245009"/>
                  <a:pt x="307941" y="1467"/>
                  <a:pt x="638152" y="0"/>
                </a:cubicBezTo>
                <a:cubicBezTo>
                  <a:pt x="1026759" y="61818"/>
                  <a:pt x="1190210" y="283860"/>
                  <a:pt x="1276304" y="638152"/>
                </a:cubicBezTo>
                <a:cubicBezTo>
                  <a:pt x="1308571" y="995273"/>
                  <a:pt x="969423" y="1266642"/>
                  <a:pt x="638152" y="1276304"/>
                </a:cubicBezTo>
                <a:cubicBezTo>
                  <a:pt x="204911" y="1300415"/>
                  <a:pt x="20911" y="962247"/>
                  <a:pt x="0" y="638152"/>
                </a:cubicBezTo>
                <a:close/>
              </a:path>
              <a:path w="1276304" h="1276304" stroke="0" extrusionOk="0">
                <a:moveTo>
                  <a:pt x="0" y="638152"/>
                </a:moveTo>
                <a:cubicBezTo>
                  <a:pt x="-38045" y="352458"/>
                  <a:pt x="225962" y="-24673"/>
                  <a:pt x="638152" y="0"/>
                </a:cubicBezTo>
                <a:cubicBezTo>
                  <a:pt x="1049439" y="-8687"/>
                  <a:pt x="1251046" y="331714"/>
                  <a:pt x="1276304" y="638152"/>
                </a:cubicBezTo>
                <a:cubicBezTo>
                  <a:pt x="1210102" y="1012721"/>
                  <a:pt x="960543" y="1311840"/>
                  <a:pt x="638152" y="1276304"/>
                </a:cubicBezTo>
                <a:cubicBezTo>
                  <a:pt x="348699" y="1235541"/>
                  <a:pt x="-28939" y="997232"/>
                  <a:pt x="0" y="638152"/>
                </a:cubicBezTo>
                <a:close/>
              </a:path>
            </a:pathLst>
          </a:custGeom>
          <a:solidFill>
            <a:schemeClr val="tx1"/>
          </a:solidFill>
          <a:ln w="127000" cmpd="sng">
            <a:solidFill>
              <a:srgbClr val="8EC7FF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Bent Arrow 18">
            <a:extLst>
              <a:ext uri="{FF2B5EF4-FFF2-40B4-BE49-F238E27FC236}">
                <a16:creationId xmlns:a16="http://schemas.microsoft.com/office/drawing/2014/main" id="{46F9ADBE-D94B-CC75-2154-BAE1AB2B22F0}"/>
              </a:ext>
            </a:extLst>
          </p:cNvPr>
          <p:cNvSpPr/>
          <p:nvPr/>
        </p:nvSpPr>
        <p:spPr>
          <a:xfrm rot="2712940">
            <a:off x="5734364" y="2411400"/>
            <a:ext cx="686335" cy="639638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9786"/>
            </a:avLst>
          </a:prstGeom>
          <a:solidFill>
            <a:srgbClr val="8EC7FF"/>
          </a:solidFill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978248048">
                  <a:custGeom>
                    <a:avLst/>
                    <a:gdLst>
                      <a:gd name="connsiteX0" fmla="*/ 0 w 1328149"/>
                      <a:gd name="connsiteY0" fmla="*/ 1237785 h 1237785"/>
                      <a:gd name="connsiteX1" fmla="*/ 0 w 1328149"/>
                      <a:gd name="connsiteY1" fmla="*/ 1142302 h 1237785"/>
                      <a:gd name="connsiteX2" fmla="*/ 987579 w 1328149"/>
                      <a:gd name="connsiteY2" fmla="*/ 154723 h 1237785"/>
                      <a:gd name="connsiteX3" fmla="*/ 1018703 w 1328149"/>
                      <a:gd name="connsiteY3" fmla="*/ 154723 h 1237785"/>
                      <a:gd name="connsiteX4" fmla="*/ 1018703 w 1328149"/>
                      <a:gd name="connsiteY4" fmla="*/ 0 h 1237785"/>
                      <a:gd name="connsiteX5" fmla="*/ 1328149 w 1328149"/>
                      <a:gd name="connsiteY5" fmla="*/ 309446 h 1237785"/>
                      <a:gd name="connsiteX6" fmla="*/ 1018703 w 1328149"/>
                      <a:gd name="connsiteY6" fmla="*/ 618893 h 1237785"/>
                      <a:gd name="connsiteX7" fmla="*/ 1018703 w 1328149"/>
                      <a:gd name="connsiteY7" fmla="*/ 464169 h 1237785"/>
                      <a:gd name="connsiteX8" fmla="*/ 987579 w 1328149"/>
                      <a:gd name="connsiteY8" fmla="*/ 464169 h 1237785"/>
                      <a:gd name="connsiteX9" fmla="*/ 309446 w 1328149"/>
                      <a:gd name="connsiteY9" fmla="*/ 1142302 h 1237785"/>
                      <a:gd name="connsiteX10" fmla="*/ 309446 w 1328149"/>
                      <a:gd name="connsiteY10" fmla="*/ 1237785 h 1237785"/>
                      <a:gd name="connsiteX11" fmla="*/ 0 w 1328149"/>
                      <a:gd name="connsiteY11" fmla="*/ 1237785 h 12377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328149" h="1237785" fill="none" extrusionOk="0">
                        <a:moveTo>
                          <a:pt x="0" y="1237785"/>
                        </a:moveTo>
                        <a:cubicBezTo>
                          <a:pt x="789" y="1197935"/>
                          <a:pt x="-4056" y="1170425"/>
                          <a:pt x="0" y="1142302"/>
                        </a:cubicBezTo>
                        <a:cubicBezTo>
                          <a:pt x="-75520" y="576918"/>
                          <a:pt x="374882" y="114675"/>
                          <a:pt x="987579" y="154723"/>
                        </a:cubicBezTo>
                        <a:cubicBezTo>
                          <a:pt x="992651" y="157215"/>
                          <a:pt x="1005287" y="154795"/>
                          <a:pt x="1018703" y="154723"/>
                        </a:cubicBezTo>
                        <a:cubicBezTo>
                          <a:pt x="1014685" y="92026"/>
                          <a:pt x="1029335" y="21063"/>
                          <a:pt x="1018703" y="0"/>
                        </a:cubicBezTo>
                        <a:cubicBezTo>
                          <a:pt x="1044017" y="79182"/>
                          <a:pt x="1192838" y="160326"/>
                          <a:pt x="1328149" y="309446"/>
                        </a:cubicBezTo>
                        <a:cubicBezTo>
                          <a:pt x="1241054" y="417803"/>
                          <a:pt x="1170863" y="509362"/>
                          <a:pt x="1018703" y="618893"/>
                        </a:cubicBezTo>
                        <a:cubicBezTo>
                          <a:pt x="1030727" y="597414"/>
                          <a:pt x="1028572" y="481861"/>
                          <a:pt x="1018703" y="464169"/>
                        </a:cubicBezTo>
                        <a:cubicBezTo>
                          <a:pt x="1009024" y="465054"/>
                          <a:pt x="993617" y="462324"/>
                          <a:pt x="987579" y="464169"/>
                        </a:cubicBezTo>
                        <a:cubicBezTo>
                          <a:pt x="670357" y="489823"/>
                          <a:pt x="338663" y="787599"/>
                          <a:pt x="309446" y="1142302"/>
                        </a:cubicBezTo>
                        <a:cubicBezTo>
                          <a:pt x="306209" y="1177693"/>
                          <a:pt x="311076" y="1198401"/>
                          <a:pt x="309446" y="1237785"/>
                        </a:cubicBezTo>
                        <a:cubicBezTo>
                          <a:pt x="203446" y="1225490"/>
                          <a:pt x="46213" y="1249977"/>
                          <a:pt x="0" y="1237785"/>
                        </a:cubicBezTo>
                        <a:close/>
                      </a:path>
                      <a:path w="1328149" h="1237785" stroke="0" extrusionOk="0">
                        <a:moveTo>
                          <a:pt x="0" y="1237785"/>
                        </a:moveTo>
                        <a:cubicBezTo>
                          <a:pt x="4130" y="1223343"/>
                          <a:pt x="2215" y="1165718"/>
                          <a:pt x="0" y="1142302"/>
                        </a:cubicBezTo>
                        <a:cubicBezTo>
                          <a:pt x="45248" y="692799"/>
                          <a:pt x="416593" y="166641"/>
                          <a:pt x="987579" y="154723"/>
                        </a:cubicBezTo>
                        <a:cubicBezTo>
                          <a:pt x="990995" y="154510"/>
                          <a:pt x="1011116" y="156736"/>
                          <a:pt x="1018703" y="154723"/>
                        </a:cubicBezTo>
                        <a:cubicBezTo>
                          <a:pt x="1005171" y="99234"/>
                          <a:pt x="1016621" y="43188"/>
                          <a:pt x="1018703" y="0"/>
                        </a:cubicBezTo>
                        <a:cubicBezTo>
                          <a:pt x="1075506" y="85230"/>
                          <a:pt x="1159555" y="195510"/>
                          <a:pt x="1328149" y="309446"/>
                        </a:cubicBezTo>
                        <a:cubicBezTo>
                          <a:pt x="1253605" y="428514"/>
                          <a:pt x="1173760" y="493017"/>
                          <a:pt x="1018703" y="618893"/>
                        </a:cubicBezTo>
                        <a:cubicBezTo>
                          <a:pt x="1013363" y="577167"/>
                          <a:pt x="1032039" y="498350"/>
                          <a:pt x="1018703" y="464169"/>
                        </a:cubicBezTo>
                        <a:cubicBezTo>
                          <a:pt x="1010063" y="466968"/>
                          <a:pt x="995466" y="462653"/>
                          <a:pt x="987579" y="464169"/>
                        </a:cubicBezTo>
                        <a:cubicBezTo>
                          <a:pt x="569961" y="430528"/>
                          <a:pt x="325037" y="738081"/>
                          <a:pt x="309446" y="1142302"/>
                        </a:cubicBezTo>
                        <a:cubicBezTo>
                          <a:pt x="302721" y="1171934"/>
                          <a:pt x="306372" y="1224668"/>
                          <a:pt x="309446" y="1237785"/>
                        </a:cubicBezTo>
                        <a:cubicBezTo>
                          <a:pt x="183549" y="1261240"/>
                          <a:pt x="84956" y="1216447"/>
                          <a:pt x="0" y="12377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Bent Arrow 19">
            <a:extLst>
              <a:ext uri="{FF2B5EF4-FFF2-40B4-BE49-F238E27FC236}">
                <a16:creationId xmlns:a16="http://schemas.microsoft.com/office/drawing/2014/main" id="{941B007F-08E1-8E80-AD2A-169490DE7C49}"/>
              </a:ext>
            </a:extLst>
          </p:cNvPr>
          <p:cNvSpPr/>
          <p:nvPr/>
        </p:nvSpPr>
        <p:spPr>
          <a:xfrm rot="13146564">
            <a:off x="5651058" y="3778778"/>
            <a:ext cx="686335" cy="639638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9786"/>
            </a:avLst>
          </a:prstGeom>
          <a:solidFill>
            <a:srgbClr val="8EC7FF"/>
          </a:solidFill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978248048">
                  <a:custGeom>
                    <a:avLst/>
                    <a:gdLst>
                      <a:gd name="connsiteX0" fmla="*/ 0 w 1328149"/>
                      <a:gd name="connsiteY0" fmla="*/ 1237785 h 1237785"/>
                      <a:gd name="connsiteX1" fmla="*/ 0 w 1328149"/>
                      <a:gd name="connsiteY1" fmla="*/ 1142302 h 1237785"/>
                      <a:gd name="connsiteX2" fmla="*/ 987579 w 1328149"/>
                      <a:gd name="connsiteY2" fmla="*/ 154723 h 1237785"/>
                      <a:gd name="connsiteX3" fmla="*/ 1018703 w 1328149"/>
                      <a:gd name="connsiteY3" fmla="*/ 154723 h 1237785"/>
                      <a:gd name="connsiteX4" fmla="*/ 1018703 w 1328149"/>
                      <a:gd name="connsiteY4" fmla="*/ 0 h 1237785"/>
                      <a:gd name="connsiteX5" fmla="*/ 1328149 w 1328149"/>
                      <a:gd name="connsiteY5" fmla="*/ 309446 h 1237785"/>
                      <a:gd name="connsiteX6" fmla="*/ 1018703 w 1328149"/>
                      <a:gd name="connsiteY6" fmla="*/ 618893 h 1237785"/>
                      <a:gd name="connsiteX7" fmla="*/ 1018703 w 1328149"/>
                      <a:gd name="connsiteY7" fmla="*/ 464169 h 1237785"/>
                      <a:gd name="connsiteX8" fmla="*/ 987579 w 1328149"/>
                      <a:gd name="connsiteY8" fmla="*/ 464169 h 1237785"/>
                      <a:gd name="connsiteX9" fmla="*/ 309446 w 1328149"/>
                      <a:gd name="connsiteY9" fmla="*/ 1142302 h 1237785"/>
                      <a:gd name="connsiteX10" fmla="*/ 309446 w 1328149"/>
                      <a:gd name="connsiteY10" fmla="*/ 1237785 h 1237785"/>
                      <a:gd name="connsiteX11" fmla="*/ 0 w 1328149"/>
                      <a:gd name="connsiteY11" fmla="*/ 1237785 h 12377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328149" h="1237785" fill="none" extrusionOk="0">
                        <a:moveTo>
                          <a:pt x="0" y="1237785"/>
                        </a:moveTo>
                        <a:cubicBezTo>
                          <a:pt x="789" y="1197935"/>
                          <a:pt x="-4056" y="1170425"/>
                          <a:pt x="0" y="1142302"/>
                        </a:cubicBezTo>
                        <a:cubicBezTo>
                          <a:pt x="-75520" y="576918"/>
                          <a:pt x="374882" y="114675"/>
                          <a:pt x="987579" y="154723"/>
                        </a:cubicBezTo>
                        <a:cubicBezTo>
                          <a:pt x="992651" y="157215"/>
                          <a:pt x="1005287" y="154795"/>
                          <a:pt x="1018703" y="154723"/>
                        </a:cubicBezTo>
                        <a:cubicBezTo>
                          <a:pt x="1014685" y="92026"/>
                          <a:pt x="1029335" y="21063"/>
                          <a:pt x="1018703" y="0"/>
                        </a:cubicBezTo>
                        <a:cubicBezTo>
                          <a:pt x="1044017" y="79182"/>
                          <a:pt x="1192838" y="160326"/>
                          <a:pt x="1328149" y="309446"/>
                        </a:cubicBezTo>
                        <a:cubicBezTo>
                          <a:pt x="1241054" y="417803"/>
                          <a:pt x="1170863" y="509362"/>
                          <a:pt x="1018703" y="618893"/>
                        </a:cubicBezTo>
                        <a:cubicBezTo>
                          <a:pt x="1030727" y="597414"/>
                          <a:pt x="1028572" y="481861"/>
                          <a:pt x="1018703" y="464169"/>
                        </a:cubicBezTo>
                        <a:cubicBezTo>
                          <a:pt x="1009024" y="465054"/>
                          <a:pt x="993617" y="462324"/>
                          <a:pt x="987579" y="464169"/>
                        </a:cubicBezTo>
                        <a:cubicBezTo>
                          <a:pt x="670357" y="489823"/>
                          <a:pt x="338663" y="787599"/>
                          <a:pt x="309446" y="1142302"/>
                        </a:cubicBezTo>
                        <a:cubicBezTo>
                          <a:pt x="306209" y="1177693"/>
                          <a:pt x="311076" y="1198401"/>
                          <a:pt x="309446" y="1237785"/>
                        </a:cubicBezTo>
                        <a:cubicBezTo>
                          <a:pt x="203446" y="1225490"/>
                          <a:pt x="46213" y="1249977"/>
                          <a:pt x="0" y="1237785"/>
                        </a:cubicBezTo>
                        <a:close/>
                      </a:path>
                      <a:path w="1328149" h="1237785" stroke="0" extrusionOk="0">
                        <a:moveTo>
                          <a:pt x="0" y="1237785"/>
                        </a:moveTo>
                        <a:cubicBezTo>
                          <a:pt x="4130" y="1223343"/>
                          <a:pt x="2215" y="1165718"/>
                          <a:pt x="0" y="1142302"/>
                        </a:cubicBezTo>
                        <a:cubicBezTo>
                          <a:pt x="45248" y="692799"/>
                          <a:pt x="416593" y="166641"/>
                          <a:pt x="987579" y="154723"/>
                        </a:cubicBezTo>
                        <a:cubicBezTo>
                          <a:pt x="990995" y="154510"/>
                          <a:pt x="1011116" y="156736"/>
                          <a:pt x="1018703" y="154723"/>
                        </a:cubicBezTo>
                        <a:cubicBezTo>
                          <a:pt x="1005171" y="99234"/>
                          <a:pt x="1016621" y="43188"/>
                          <a:pt x="1018703" y="0"/>
                        </a:cubicBezTo>
                        <a:cubicBezTo>
                          <a:pt x="1075506" y="85230"/>
                          <a:pt x="1159555" y="195510"/>
                          <a:pt x="1328149" y="309446"/>
                        </a:cubicBezTo>
                        <a:cubicBezTo>
                          <a:pt x="1253605" y="428514"/>
                          <a:pt x="1173760" y="493017"/>
                          <a:pt x="1018703" y="618893"/>
                        </a:cubicBezTo>
                        <a:cubicBezTo>
                          <a:pt x="1013363" y="577167"/>
                          <a:pt x="1032039" y="498350"/>
                          <a:pt x="1018703" y="464169"/>
                        </a:cubicBezTo>
                        <a:cubicBezTo>
                          <a:pt x="1010063" y="466968"/>
                          <a:pt x="995466" y="462653"/>
                          <a:pt x="987579" y="464169"/>
                        </a:cubicBezTo>
                        <a:cubicBezTo>
                          <a:pt x="569961" y="430528"/>
                          <a:pt x="325037" y="738081"/>
                          <a:pt x="309446" y="1142302"/>
                        </a:cubicBezTo>
                        <a:cubicBezTo>
                          <a:pt x="302721" y="1171934"/>
                          <a:pt x="306372" y="1224668"/>
                          <a:pt x="309446" y="1237785"/>
                        </a:cubicBezTo>
                        <a:cubicBezTo>
                          <a:pt x="183549" y="1261240"/>
                          <a:pt x="84956" y="1216447"/>
                          <a:pt x="0" y="12377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460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Mali</dc:creator>
  <cp:lastModifiedBy>Utkarsh Mali</cp:lastModifiedBy>
  <cp:revision>2</cp:revision>
  <dcterms:created xsi:type="dcterms:W3CDTF">2025-09-09T03:37:44Z</dcterms:created>
  <dcterms:modified xsi:type="dcterms:W3CDTF">2025-09-09T03:51:33Z</dcterms:modified>
</cp:coreProperties>
</file>